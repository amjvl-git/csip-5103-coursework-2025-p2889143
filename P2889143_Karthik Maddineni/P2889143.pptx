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Geist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649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34032"/>
            <a:ext cx="106727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Fashion-MNIST Classification Report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64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Comparing ANN and CNN Models for Image Classification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Presenter: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Karthik Maddineni, P2889143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32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Module: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Neural Systems &amp; NLP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308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066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8777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Classifying fashion objects from basic grayscale images using deep learning approaches.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5066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The Dataset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8777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Fashion-MNIST: 10 classes of 28x28 grayscale images, a common benchmark for testing classification models.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7280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models were developed and tested: a basic Artificial Neural Network (ANN) and a specialized Convolutional Neural Network (CNN) to identify the best approach.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59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Objectives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18378"/>
            <a:ext cx="4196358" cy="2955250"/>
          </a:xfrm>
          <a:prstGeom prst="roundRect">
            <a:avLst>
              <a:gd name="adj" fmla="val 69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028224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63986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Compare Models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8504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Evaluate ANN vs CNN performance on Fashion-MNIST classification task.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3218378"/>
            <a:ext cx="4196358" cy="2955250"/>
          </a:xfrm>
          <a:prstGeom prst="roundRect">
            <a:avLst>
              <a:gd name="adj" fmla="val 69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451396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562" y="363986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4360069"/>
            <a:ext cx="32675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Optimize Performance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4850487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 impact of data augmentation and optimizer changes on accuracy.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218378"/>
            <a:ext cx="4196358" cy="2955250"/>
          </a:xfrm>
          <a:prstGeom prst="roundRect">
            <a:avLst>
              <a:gd name="adj" fmla="val 690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9874568" y="34528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1734" y="3639860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4360069"/>
            <a:ext cx="30125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Identify Best Method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4850487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Determine the most effective approach for fashion image classification.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Methodology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40593"/>
            <a:ext cx="6407944" cy="30480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014901"/>
            <a:ext cx="43301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Loading &amp; Preprocessing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505319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Applied ToTensor transformation, then added RandomHorizontalFlip and RandomRotation for augmentation.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48554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840593"/>
            <a:ext cx="6408063" cy="30480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428548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Model Architecture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505319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Built ANN with three linear layers and ReLU activation. Developed CNN with two convolutional layers, max pooling, and dropout.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Training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Used Cross-Entropy Loss criterion. Started with Adam optimizer, then switched to RMSprop.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Noto Serif SC Light" pitchFamily="34" charset="0"/>
                <a:ea typeface="Noto Serif SC Light" pitchFamily="34" charset="-122"/>
                <a:cs typeface="Noto Serif SC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345906"/>
            <a:ext cx="6408063" cy="30480"/>
          </a:xfrm>
          <a:prstGeom prst="rect">
            <a:avLst/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6010632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Computed test accuracy and generated confusion matrices for detailed class-level performance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617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 &amp; Materials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319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Dataset Source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613071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Fashion-MNIST from torchvision.datasets module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65690"/>
            <a:ext cx="30151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Image Specifications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146834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28x28 pixel grayscale images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89032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 distinct fashion classes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031230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Standard benchmark dataset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39828" y="3031927"/>
            <a:ext cx="37870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Augmentation Techniques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39828" y="361307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RandomHorizontalFlip: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Mirrors images horizontally to increase variety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39828" y="4180046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RandomRotation: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Rotates images at various angles to improve generalization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239828" y="51326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Key Parameters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39828" y="571380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 epochs: 10 for all experiments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9332"/>
            <a:ext cx="70685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Implementation Process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81739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Load Dataset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10622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Import Fashion-MNIST and apply transformations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481739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Build Models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410622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ANN and CNN architectures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Train &amp; Optimize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32043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 for 10 epochs with different optimizers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95944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Evaluate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32043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 accuracy and confusion matrix analysis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925" y="574238"/>
            <a:ext cx="5221010" cy="652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Results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0925" y="1310283"/>
            <a:ext cx="7146965" cy="391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Before Data Augmentation (Adam Optimizer)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30925" y="2119432"/>
            <a:ext cx="6453783" cy="6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87.76%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652593" y="3069550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ANN Accuracy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730925" y="3521154"/>
            <a:ext cx="645378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Baseline performance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45693" y="2119432"/>
            <a:ext cx="6453783" cy="6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91.97%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367361" y="3069550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CNN Accuracy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7445693" y="3521154"/>
            <a:ext cx="645378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Superior performance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0925" y="4194515"/>
            <a:ext cx="13168551" cy="33695"/>
          </a:xfrm>
          <a:prstGeom prst="rect">
            <a:avLst/>
          </a:prstGeom>
          <a:solidFill>
            <a:srgbClr val="4B4A4A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30925" y="4541401"/>
            <a:ext cx="7492127" cy="391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After Data Augmentation (RMSprop Optimizer)</a:t>
            </a:r>
            <a:endParaRPr lang="en-US" sz="2450" dirty="0"/>
          </a:p>
        </p:txBody>
      </p:sp>
      <p:sp>
        <p:nvSpPr>
          <p:cNvPr id="12" name="Text 10"/>
          <p:cNvSpPr/>
          <p:nvPr/>
        </p:nvSpPr>
        <p:spPr>
          <a:xfrm>
            <a:off x="730925" y="5350550"/>
            <a:ext cx="6453783" cy="6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87.26%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2652593" y="6300668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ANN Accuracy</a:t>
            </a:r>
            <a:endParaRPr lang="en-US" sz="2050" dirty="0"/>
          </a:p>
        </p:txBody>
      </p:sp>
      <p:sp>
        <p:nvSpPr>
          <p:cNvPr id="14" name="Text 12"/>
          <p:cNvSpPr/>
          <p:nvPr/>
        </p:nvSpPr>
        <p:spPr>
          <a:xfrm>
            <a:off x="730925" y="6752273"/>
            <a:ext cx="645378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Slight decrease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45693" y="5350550"/>
            <a:ext cx="6453783" cy="689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90.00%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9367361" y="6300668"/>
            <a:ext cx="2610445" cy="326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CNN Accuracy</a:t>
            </a:r>
            <a:endParaRPr lang="en-US" sz="2050" dirty="0"/>
          </a:p>
        </p:txBody>
      </p:sp>
      <p:sp>
        <p:nvSpPr>
          <p:cNvPr id="17" name="Text 15"/>
          <p:cNvSpPr/>
          <p:nvPr/>
        </p:nvSpPr>
        <p:spPr>
          <a:xfrm>
            <a:off x="7445693" y="6752273"/>
            <a:ext cx="6453783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Minor decline but still leading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0925" y="7321272"/>
            <a:ext cx="13168551" cy="334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CNN consistently outperformed ANN across both experimental conditions.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23837"/>
            <a:ext cx="80273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Discussion &amp; Interpretation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86244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0067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3310" y="3286244"/>
            <a:ext cx="121920" cy="2819519"/>
          </a:xfrm>
          <a:prstGeom prst="roundRect">
            <a:avLst>
              <a:gd name="adj" fmla="val 167442"/>
            </a:avLst>
          </a:prstGeom>
          <a:solidFill>
            <a:srgbClr val="00674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142524" y="35435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CNN Superiority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4033957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CNN consistently outperformed ANN regardless of augmentation or optimizer choice, demonstrating better feature extraction for image classification.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286244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335E2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186482" y="3286244"/>
            <a:ext cx="121920" cy="2819519"/>
          </a:xfrm>
          <a:prstGeom prst="roundRect">
            <a:avLst>
              <a:gd name="adj" fmla="val 167442"/>
            </a:avLst>
          </a:prstGeom>
          <a:solidFill>
            <a:srgbClr val="335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65696" y="3543538"/>
            <a:ext cx="28663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Challenging Classes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4033957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Both models struggled with similar items: 'Shirt' vs 'T-shirt/top', 'Coat' vs 'Pullover', and footwear categories ('Sandal', 'Sneaker', 'Ankle boot').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286244"/>
            <a:ext cx="4196358" cy="2819519"/>
          </a:xfrm>
          <a:prstGeom prst="roundRect">
            <a:avLst>
              <a:gd name="adj" fmla="val 5189"/>
            </a:avLst>
          </a:prstGeom>
          <a:solidFill>
            <a:srgbClr val="E5F9F2">
              <a:alpha val="95000"/>
            </a:srgbClr>
          </a:solidFill>
          <a:ln w="30480">
            <a:solidFill>
              <a:srgbClr val="8CAB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9609653" y="3286244"/>
            <a:ext cx="121920" cy="2819519"/>
          </a:xfrm>
          <a:prstGeom prst="roundRect">
            <a:avLst>
              <a:gd name="adj" fmla="val 167442"/>
            </a:avLst>
          </a:prstGeom>
          <a:solidFill>
            <a:srgbClr val="8CAB1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988868" y="3543538"/>
            <a:ext cx="3159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Augmentation Impact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4033957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augmentation and RMSprop led to slight accuracy decline. This may be due to augmentation type, optimizer settings, or insufficient training epochs.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1396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34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079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CNN achieved 91.97%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accuracy with Adam optimizer, outperforming ANN's 87.76%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5016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CNN better distinguished similar clothing items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923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augmentation with RMSprop slightly reduced accuracy for both models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345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Confusion persists among visually similar classes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5261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CNN is the superior choice</a:t>
            </a: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 Fashion-MNIST classification tasks.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12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7193"/>
            <a:ext cx="4148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Experiment with Techniques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4761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 different augmentation methods, optimizers, and learning rates to improve accuracy.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35893" y="3257193"/>
            <a:ext cx="3213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Optimize Architecture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35893" y="374761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Explore deeper CNN architectures and advanced techniques like batch normalization.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77995" y="32571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Extended Training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7995" y="374761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Increase training epochs and implement early stopping for better convergence.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530906" y="537495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1572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700"/>
              </a:lnSpc>
              <a:buNone/>
            </a:pPr>
            <a:r>
              <a:rPr lang="en-US" sz="13350" b="1" dirty="0">
                <a:solidFill>
                  <a:srgbClr val="006747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Thank You</a:t>
            </a:r>
            <a:endParaRPr lang="en-US" sz="13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529</Words>
  <Application>Microsoft Office PowerPoint</Application>
  <PresentationFormat>Custom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Noto Serif SC Bold</vt:lpstr>
      <vt:lpstr>Geist</vt:lpstr>
      <vt:lpstr>Noto Serif SC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Jahnavi Kodi</cp:lastModifiedBy>
  <cp:revision>2</cp:revision>
  <dcterms:created xsi:type="dcterms:W3CDTF">2025-11-02T16:35:41Z</dcterms:created>
  <dcterms:modified xsi:type="dcterms:W3CDTF">2025-11-04T10:55:36Z</dcterms:modified>
</cp:coreProperties>
</file>